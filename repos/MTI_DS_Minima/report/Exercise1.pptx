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40" r:id="rId1"/>
  </p:sldMasterIdLst>
  <p:sldIdLst>
    <p:sldId id="257" r:id="rId2"/>
    <p:sldId id="258" r:id="rId3"/>
    <p:sldId id="259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09"/>
    <p:restoredTop sz="94610"/>
  </p:normalViewPr>
  <p:slideViewPr>
    <p:cSldViewPr snapToGrid="0">
      <p:cViewPr varScale="1">
        <p:scale>
          <a:sx n="133" d="100"/>
          <a:sy n="133" d="100"/>
        </p:scale>
        <p:origin x="800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3255264"/>
          </a:xfrm>
        </p:spPr>
        <p:txBody>
          <a:bodyPr anchor="b">
            <a:normAutofit/>
          </a:bodyPr>
          <a:lstStyle>
            <a:lvl1pPr algn="l">
              <a:defRPr sz="5900" spc="-10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4/29/24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4/29/24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7912" y="1298448"/>
            <a:ext cx="7315200" cy="3255264"/>
          </a:xfrm>
        </p:spPr>
        <p:txBody>
          <a:bodyPr anchor="b">
            <a:normAutofit/>
          </a:bodyPr>
          <a:lstStyle>
            <a:lvl1pPr>
              <a:defRPr sz="5900" b="0" spc="-1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4672584"/>
            <a:ext cx="73152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2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4/29/24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67912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8120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4/29/24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7912" y="1023586"/>
            <a:ext cx="347472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912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18463" y="1023586"/>
            <a:ext cx="347472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18463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4/29/24</a:t>
            </a:fld>
            <a:endParaRPr lang="en-US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4/29/24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4/29/24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912" y="868680"/>
            <a:ext cx="73152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4176"/>
            <a:ext cx="2834640" cy="232199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4/29/24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70644" y="767419"/>
            <a:ext cx="8115230" cy="5330952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3008"/>
            <a:ext cx="2834640" cy="232257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4/29/24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4/29/24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1000" y="990600"/>
            <a:ext cx="2819400" cy="4953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7912" y="868680"/>
            <a:ext cx="7315200" cy="512064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4/29/24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5586B75A-687E-405C-8A0B-8D00578BA2C3}" type="datetimeFigureOut">
              <a:rPr lang="en-US" dirty="0"/>
              <a:pPr/>
              <a:t>4/29/24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64C9EE1D-12BB-43F7-9A2A-893578DCA6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V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3962A31-C54E-4762-B155-59777FED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VN"/>
          </a:p>
        </p:txBody>
      </p: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4B392D36-B685-45E0-B197-6EE5D74809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DCA8533-CC5E-4754-9A04-047EDE49E0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367639"/>
            <a:ext cx="11707367" cy="185218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V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F10E0B-1852-2EA9-4160-D522834024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4590661"/>
            <a:ext cx="10210862" cy="106569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900" spc="-100"/>
              <a:t>EDA 1 : Class balance</a:t>
            </a:r>
          </a:p>
        </p:txBody>
      </p:sp>
      <p:pic>
        <p:nvPicPr>
          <p:cNvPr id="4" name="Picture 3" descr="A chart with different colors&#10;&#10;Description automatically generated">
            <a:extLst>
              <a:ext uri="{FF2B5EF4-FFF2-40B4-BE49-F238E27FC236}">
                <a16:creationId xmlns:a16="http://schemas.microsoft.com/office/drawing/2014/main" id="{8494245C-BE2B-C198-1E5E-F589CCED01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691" y="963723"/>
            <a:ext cx="4789994" cy="2598572"/>
          </a:xfrm>
          <a:prstGeom prst="rect">
            <a:avLst/>
          </a:prstGeom>
        </p:spPr>
      </p:pic>
      <p:pic>
        <p:nvPicPr>
          <p:cNvPr id="6" name="Picture 5" descr="A chart with different colors&#10;&#10;Description automatically generated">
            <a:extLst>
              <a:ext uri="{FF2B5EF4-FFF2-40B4-BE49-F238E27FC236}">
                <a16:creationId xmlns:a16="http://schemas.microsoft.com/office/drawing/2014/main" id="{E64A82A8-BF45-6D61-4CFC-0C6659218A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8317" y="997674"/>
            <a:ext cx="4789992" cy="262252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2CED968-E3E0-DD40-DC75-1AE2E7EBCD82}"/>
              </a:ext>
            </a:extLst>
          </p:cNvPr>
          <p:cNvSpPr txBox="1"/>
          <p:nvPr/>
        </p:nvSpPr>
        <p:spPr>
          <a:xfrm>
            <a:off x="3228797" y="3643995"/>
            <a:ext cx="7585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dirty="0"/>
              <a:t>Train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452BCEF-387E-900E-A72C-C756A2A33164}"/>
              </a:ext>
            </a:extLst>
          </p:cNvPr>
          <p:cNvSpPr txBox="1"/>
          <p:nvPr/>
        </p:nvSpPr>
        <p:spPr>
          <a:xfrm>
            <a:off x="8733313" y="3643995"/>
            <a:ext cx="6557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dirty="0"/>
              <a:t>Test</a:t>
            </a:r>
          </a:p>
        </p:txBody>
      </p:sp>
    </p:spTree>
    <p:extLst>
      <p:ext uri="{BB962C8B-B14F-4D97-AF65-F5344CB8AC3E}">
        <p14:creationId xmlns:p14="http://schemas.microsoft.com/office/powerpoint/2010/main" val="26431457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B3875682-0790-427D-9A23-4B7265F0FA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VN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EDE4AAE-4785-4EA7-95DB-45200F5B80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VN"/>
          </a:p>
        </p:txBody>
      </p: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EB8AA617-0537-4ED7-91B6-66511A6475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2E8BF1F-CE61-45C5-92AC-552D23176C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367639"/>
            <a:ext cx="11707367" cy="185218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V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F10E0B-1852-2EA9-4160-D522834024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4430747"/>
            <a:ext cx="10210862" cy="106569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900" spc="-100" dirty="0"/>
              <a:t>EDA 2: Color of each class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E24893D-60D0-90EB-EAF6-05283309D4DA}"/>
              </a:ext>
            </a:extLst>
          </p:cNvPr>
          <p:cNvSpPr txBox="1"/>
          <p:nvPr/>
        </p:nvSpPr>
        <p:spPr>
          <a:xfrm>
            <a:off x="1100014" y="5666792"/>
            <a:ext cx="10180696" cy="542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defTabSz="914400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</a:pPr>
            <a:r>
              <a:rPr lang="en-US" sz="2200" b="1" u="sng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Insight: 100% data have only 1 channel color and missing color for training</a:t>
            </a:r>
          </a:p>
        </p:txBody>
      </p:sp>
      <p:pic>
        <p:nvPicPr>
          <p:cNvPr id="10" name="Picture 9" descr="A green rectangular object with white text&#10;&#10;Description automatically generated">
            <a:extLst>
              <a:ext uri="{FF2B5EF4-FFF2-40B4-BE49-F238E27FC236}">
                <a16:creationId xmlns:a16="http://schemas.microsoft.com/office/drawing/2014/main" id="{3702C5D6-643E-36C5-BB8C-A45B3B25E85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2043" r="1" b="1"/>
          <a:stretch/>
        </p:blipFill>
        <p:spPr>
          <a:xfrm>
            <a:off x="741817" y="470174"/>
            <a:ext cx="5236194" cy="3557016"/>
          </a:xfrm>
          <a:prstGeom prst="rect">
            <a:avLst/>
          </a:prstGeom>
        </p:spPr>
      </p:pic>
      <p:pic>
        <p:nvPicPr>
          <p:cNvPr id="8" name="Picture 7" descr="A graph of values&#10;&#10;Description automatically generated">
            <a:extLst>
              <a:ext uri="{FF2B5EF4-FFF2-40B4-BE49-F238E27FC236}">
                <a16:creationId xmlns:a16="http://schemas.microsoft.com/office/drawing/2014/main" id="{645DF0CB-1B08-F6F2-9F01-B993E11628E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9433" r="2605" b="1"/>
          <a:stretch/>
        </p:blipFill>
        <p:spPr>
          <a:xfrm>
            <a:off x="6402253" y="470174"/>
            <a:ext cx="5236194" cy="355675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A754390-CE6E-57CD-5077-A1327C68B660}"/>
              </a:ext>
            </a:extLst>
          </p:cNvPr>
          <p:cNvSpPr txBox="1"/>
          <p:nvPr/>
        </p:nvSpPr>
        <p:spPr>
          <a:xfrm>
            <a:off x="2853471" y="3973071"/>
            <a:ext cx="7585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dirty="0"/>
              <a:t>Train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6B48D07-94BB-B04F-8D8B-99CEC41978AA}"/>
              </a:ext>
            </a:extLst>
          </p:cNvPr>
          <p:cNvSpPr txBox="1"/>
          <p:nvPr/>
        </p:nvSpPr>
        <p:spPr>
          <a:xfrm>
            <a:off x="8762613" y="3973071"/>
            <a:ext cx="6557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dirty="0"/>
              <a:t>Test</a:t>
            </a:r>
          </a:p>
        </p:txBody>
      </p:sp>
    </p:spTree>
    <p:extLst>
      <p:ext uri="{BB962C8B-B14F-4D97-AF65-F5344CB8AC3E}">
        <p14:creationId xmlns:p14="http://schemas.microsoft.com/office/powerpoint/2010/main" val="2022631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10E0B-1852-2EA9-4160-D522834024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 dirty="0"/>
              <a:t>EDA 3: Insight: no different in position, but 'intensity' must be analysis more</a:t>
            </a:r>
          </a:p>
        </p:txBody>
      </p:sp>
      <p:pic>
        <p:nvPicPr>
          <p:cNvPr id="10" name="Picture 9" descr="A red and yellow square&#10;&#10;Description automatically generated">
            <a:extLst>
              <a:ext uri="{FF2B5EF4-FFF2-40B4-BE49-F238E27FC236}">
                <a16:creationId xmlns:a16="http://schemas.microsoft.com/office/drawing/2014/main" id="{FAD3B0CB-7C92-4969-507E-8EF1BB4F47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8964" y="558289"/>
            <a:ext cx="1563071" cy="1537193"/>
          </a:xfrm>
          <a:prstGeom prst="rect">
            <a:avLst/>
          </a:prstGeom>
        </p:spPr>
      </p:pic>
      <p:pic>
        <p:nvPicPr>
          <p:cNvPr id="12" name="Picture 11" descr="A red and yellow square with numbers&#10;&#10;Description automatically generated">
            <a:extLst>
              <a:ext uri="{FF2B5EF4-FFF2-40B4-BE49-F238E27FC236}">
                <a16:creationId xmlns:a16="http://schemas.microsoft.com/office/drawing/2014/main" id="{8204F275-07B2-0597-85D5-2F783EEBA2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4082" y="558289"/>
            <a:ext cx="1563071" cy="1537193"/>
          </a:xfrm>
          <a:prstGeom prst="rect">
            <a:avLst/>
          </a:prstGeom>
        </p:spPr>
      </p:pic>
      <p:pic>
        <p:nvPicPr>
          <p:cNvPr id="14" name="Picture 13" descr="A red and yellow square with numbers&#10;&#10;Description automatically generated">
            <a:extLst>
              <a:ext uri="{FF2B5EF4-FFF2-40B4-BE49-F238E27FC236}">
                <a16:creationId xmlns:a16="http://schemas.microsoft.com/office/drawing/2014/main" id="{E7105D74-C648-4D65-1D56-85D589E7A6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58964" y="2011442"/>
            <a:ext cx="1563071" cy="1537193"/>
          </a:xfrm>
          <a:prstGeom prst="rect">
            <a:avLst/>
          </a:prstGeom>
        </p:spPr>
      </p:pic>
      <p:pic>
        <p:nvPicPr>
          <p:cNvPr id="16" name="Picture 15" descr="A red and yellow square with numbers&#10;&#10;Description automatically generated">
            <a:extLst>
              <a:ext uri="{FF2B5EF4-FFF2-40B4-BE49-F238E27FC236}">
                <a16:creationId xmlns:a16="http://schemas.microsoft.com/office/drawing/2014/main" id="{E91BA279-5BEB-88B9-01A4-8CB8E0A8159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74082" y="2025516"/>
            <a:ext cx="1563071" cy="1537193"/>
          </a:xfrm>
          <a:prstGeom prst="rect">
            <a:avLst/>
          </a:prstGeom>
        </p:spPr>
      </p:pic>
      <p:pic>
        <p:nvPicPr>
          <p:cNvPr id="18" name="Picture 17" descr="A red and yellow square&#10;&#10;Description automatically generated">
            <a:extLst>
              <a:ext uri="{FF2B5EF4-FFF2-40B4-BE49-F238E27FC236}">
                <a16:creationId xmlns:a16="http://schemas.microsoft.com/office/drawing/2014/main" id="{9A761377-03A8-4DDD-DEFB-3EB73820EEA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58964" y="3566833"/>
            <a:ext cx="1563071" cy="1537193"/>
          </a:xfrm>
          <a:prstGeom prst="rect">
            <a:avLst/>
          </a:prstGeom>
        </p:spPr>
      </p:pic>
      <p:pic>
        <p:nvPicPr>
          <p:cNvPr id="20" name="Picture 19" descr="A yellow and red square&#10;&#10;Description automatically generated">
            <a:extLst>
              <a:ext uri="{FF2B5EF4-FFF2-40B4-BE49-F238E27FC236}">
                <a16:creationId xmlns:a16="http://schemas.microsoft.com/office/drawing/2014/main" id="{D41A11F7-6F33-A06A-E0B4-AC42224DD29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74082" y="3566833"/>
            <a:ext cx="1563071" cy="1537193"/>
          </a:xfrm>
          <a:prstGeom prst="rect">
            <a:avLst/>
          </a:prstGeom>
        </p:spPr>
      </p:pic>
      <p:pic>
        <p:nvPicPr>
          <p:cNvPr id="22" name="Picture 21" descr="A red and yellow square with numbers&#10;&#10;Description automatically generated">
            <a:extLst>
              <a:ext uri="{FF2B5EF4-FFF2-40B4-BE49-F238E27FC236}">
                <a16:creationId xmlns:a16="http://schemas.microsoft.com/office/drawing/2014/main" id="{3CA914A1-9206-63D1-F0DE-347E4E1AA05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58964" y="5122224"/>
            <a:ext cx="1563071" cy="1537193"/>
          </a:xfrm>
          <a:prstGeom prst="rect">
            <a:avLst/>
          </a:prstGeom>
        </p:spPr>
      </p:pic>
      <p:pic>
        <p:nvPicPr>
          <p:cNvPr id="24" name="Picture 23" descr="A red and yellow square with numbers&#10;&#10;Description automatically generated">
            <a:extLst>
              <a:ext uri="{FF2B5EF4-FFF2-40B4-BE49-F238E27FC236}">
                <a16:creationId xmlns:a16="http://schemas.microsoft.com/office/drawing/2014/main" id="{0924E02B-1F26-4ED5-AE35-51C20C9DDAD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74082" y="5122224"/>
            <a:ext cx="1563071" cy="1537193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E328AFE9-B067-ADE0-B65F-B28747149969}"/>
              </a:ext>
            </a:extLst>
          </p:cNvPr>
          <p:cNvSpPr txBox="1"/>
          <p:nvPr/>
        </p:nvSpPr>
        <p:spPr>
          <a:xfrm>
            <a:off x="5716713" y="106626"/>
            <a:ext cx="7585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dirty="0"/>
              <a:t>Train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9A8C4AE-E59A-9FAF-9B1D-CDFD9F01F19E}"/>
              </a:ext>
            </a:extLst>
          </p:cNvPr>
          <p:cNvSpPr txBox="1"/>
          <p:nvPr/>
        </p:nvSpPr>
        <p:spPr>
          <a:xfrm>
            <a:off x="7696826" y="106626"/>
            <a:ext cx="6557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dirty="0"/>
              <a:t>Test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1811C3D-3526-844A-CEB3-64591D5FCBBD}"/>
              </a:ext>
            </a:extLst>
          </p:cNvPr>
          <p:cNvSpPr txBox="1"/>
          <p:nvPr/>
        </p:nvSpPr>
        <p:spPr>
          <a:xfrm>
            <a:off x="3940807" y="1142219"/>
            <a:ext cx="11921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dirty="0"/>
              <a:t>All classes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6446955-A78E-9A17-1725-2018FD3C1BC7}"/>
              </a:ext>
            </a:extLst>
          </p:cNvPr>
          <p:cNvSpPr txBox="1"/>
          <p:nvPr/>
        </p:nvSpPr>
        <p:spPr>
          <a:xfrm>
            <a:off x="3949146" y="2609446"/>
            <a:ext cx="11921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dirty="0"/>
              <a:t>Circle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DCF1D6A-3CD1-336E-D215-0A3558B1243E}"/>
              </a:ext>
            </a:extLst>
          </p:cNvPr>
          <p:cNvSpPr txBox="1"/>
          <p:nvPr/>
        </p:nvSpPr>
        <p:spPr>
          <a:xfrm>
            <a:off x="3940807" y="4150763"/>
            <a:ext cx="11921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dirty="0"/>
              <a:t>Triangle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3C27A5A-17D0-C520-3A89-203B7F4D0D78}"/>
              </a:ext>
            </a:extLst>
          </p:cNvPr>
          <p:cNvSpPr txBox="1"/>
          <p:nvPr/>
        </p:nvSpPr>
        <p:spPr>
          <a:xfrm>
            <a:off x="3940807" y="5705264"/>
            <a:ext cx="11921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dirty="0"/>
              <a:t>Square</a:t>
            </a:r>
          </a:p>
        </p:txBody>
      </p:sp>
    </p:spTree>
    <p:extLst>
      <p:ext uri="{BB962C8B-B14F-4D97-AF65-F5344CB8AC3E}">
        <p14:creationId xmlns:p14="http://schemas.microsoft.com/office/powerpoint/2010/main" val="2332043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64C9EE1D-12BB-43F7-9A2A-893578DCA6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VN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3962A31-C54E-4762-B155-59777FED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VN"/>
          </a:p>
        </p:txBody>
      </p: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6B086509-1281-468A-AAAC-1BBEDAE757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EA73850-2107-4E65-85FE-EDD3F45FCD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300114"/>
            <a:ext cx="4053525" cy="425777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V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F10E0B-1852-2EA9-4160-D522834024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557" y="1653703"/>
            <a:ext cx="3361953" cy="2470488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US" sz="5400" spc="-100" dirty="0"/>
              <a:t>EDA 4: </a:t>
            </a:r>
            <a:r>
              <a:rPr lang="en-VN" sz="3200" dirty="0"/>
              <a:t>Different distribution for "brightness intensity" between train/test</a:t>
            </a:r>
            <a:endParaRPr lang="en-US" sz="5400" spc="-100" dirty="0"/>
          </a:p>
        </p:txBody>
      </p:sp>
      <p:pic>
        <p:nvPicPr>
          <p:cNvPr id="6" name="Picture 5" descr="A graph of a graph&#10;&#10;Description automatically generated">
            <a:extLst>
              <a:ext uri="{FF2B5EF4-FFF2-40B4-BE49-F238E27FC236}">
                <a16:creationId xmlns:a16="http://schemas.microsoft.com/office/drawing/2014/main" id="{544B7F14-FF2E-3EF0-C1E0-122F8858ED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5990" y="827315"/>
            <a:ext cx="3154769" cy="2440819"/>
          </a:xfrm>
          <a:prstGeom prst="rect">
            <a:avLst/>
          </a:prstGeom>
        </p:spPr>
      </p:pic>
      <p:pic>
        <p:nvPicPr>
          <p:cNvPr id="4" name="Picture 3" descr="A graph of values and values&#10;&#10;Description automatically generated">
            <a:extLst>
              <a:ext uri="{FF2B5EF4-FFF2-40B4-BE49-F238E27FC236}">
                <a16:creationId xmlns:a16="http://schemas.microsoft.com/office/drawing/2014/main" id="{434D3DFC-9A7C-0CF6-5AC3-2DC1426732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8612" y="827315"/>
            <a:ext cx="3181542" cy="2440819"/>
          </a:xfrm>
          <a:prstGeom prst="rect">
            <a:avLst/>
          </a:prstGeom>
        </p:spPr>
      </p:pic>
      <p:pic>
        <p:nvPicPr>
          <p:cNvPr id="8" name="Picture 7" descr="A graph with a number of values&#10;&#10;Description automatically generated">
            <a:extLst>
              <a:ext uri="{FF2B5EF4-FFF2-40B4-BE49-F238E27FC236}">
                <a16:creationId xmlns:a16="http://schemas.microsoft.com/office/drawing/2014/main" id="{82D5C93E-8688-DC50-C1C0-B8225BE40A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5990" y="3720498"/>
            <a:ext cx="3101222" cy="2440818"/>
          </a:xfrm>
          <a:prstGeom prst="rect">
            <a:avLst/>
          </a:prstGeom>
        </p:spPr>
      </p:pic>
      <p:pic>
        <p:nvPicPr>
          <p:cNvPr id="10" name="Picture 9" descr="A graph of values and values&#10;&#10;Description automatically generated">
            <a:extLst>
              <a:ext uri="{FF2B5EF4-FFF2-40B4-BE49-F238E27FC236}">
                <a16:creationId xmlns:a16="http://schemas.microsoft.com/office/drawing/2014/main" id="{35471CD3-A1F7-8673-7AC9-EDEA3C9D6A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38772" y="3589868"/>
            <a:ext cx="3101221" cy="244081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C0CD096-6687-8A20-3D26-2E85EEF8213F}"/>
              </a:ext>
            </a:extLst>
          </p:cNvPr>
          <p:cNvSpPr txBox="1"/>
          <p:nvPr/>
        </p:nvSpPr>
        <p:spPr>
          <a:xfrm>
            <a:off x="5637307" y="457982"/>
            <a:ext cx="11921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dirty="0"/>
              <a:t>All classes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5353591-CF53-D601-24C1-DE769D4C6956}"/>
              </a:ext>
            </a:extLst>
          </p:cNvPr>
          <p:cNvSpPr txBox="1"/>
          <p:nvPr/>
        </p:nvSpPr>
        <p:spPr>
          <a:xfrm>
            <a:off x="9526869" y="425325"/>
            <a:ext cx="11921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dirty="0"/>
              <a:t>Circle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D8DE453-9524-AFCA-B5E8-D52B60FBD061}"/>
              </a:ext>
            </a:extLst>
          </p:cNvPr>
          <p:cNvSpPr txBox="1"/>
          <p:nvPr/>
        </p:nvSpPr>
        <p:spPr>
          <a:xfrm>
            <a:off x="5650082" y="3351166"/>
            <a:ext cx="11921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dirty="0"/>
              <a:t>Triangle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64C25AB-9662-070B-0B6D-285F8FBB75EB}"/>
              </a:ext>
            </a:extLst>
          </p:cNvPr>
          <p:cNvSpPr txBox="1"/>
          <p:nvPr/>
        </p:nvSpPr>
        <p:spPr>
          <a:xfrm>
            <a:off x="9525962" y="3235476"/>
            <a:ext cx="11921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dirty="0"/>
              <a:t>Square</a:t>
            </a:r>
          </a:p>
        </p:txBody>
      </p:sp>
    </p:spTree>
    <p:extLst>
      <p:ext uri="{BB962C8B-B14F-4D97-AF65-F5344CB8AC3E}">
        <p14:creationId xmlns:p14="http://schemas.microsoft.com/office/powerpoint/2010/main" val="15440469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F5ADDF-921A-48AF-2FF3-B4F4376789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 dirty="0"/>
              <a:t>Model building</a:t>
            </a:r>
          </a:p>
        </p:txBody>
      </p:sp>
      <p:pic>
        <p:nvPicPr>
          <p:cNvPr id="4" name="Picture 3" descr="A screen shot of a computer screen&#10;&#10;Description automatically generated">
            <a:extLst>
              <a:ext uri="{FF2B5EF4-FFF2-40B4-BE49-F238E27FC236}">
                <a16:creationId xmlns:a16="http://schemas.microsoft.com/office/drawing/2014/main" id="{D76ABF1A-30AD-A7B3-2E3E-86A3B9914D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7650" y="586509"/>
            <a:ext cx="7772400" cy="339560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92D6640-3263-156B-6551-5514374D1B2C}"/>
              </a:ext>
            </a:extLst>
          </p:cNvPr>
          <p:cNvSpPr txBox="1"/>
          <p:nvPr/>
        </p:nvSpPr>
        <p:spPr>
          <a:xfrm>
            <a:off x="4128654" y="4313382"/>
            <a:ext cx="654858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dirty="0"/>
              <a:t>No padding, will lost information in rear through layers</a:t>
            </a:r>
          </a:p>
          <a:p>
            <a:r>
              <a:rPr lang="en-VN" dirty="0"/>
              <a:t>No dropout, easy to become overfit with simple images</a:t>
            </a:r>
          </a:p>
          <a:p>
            <a:r>
              <a:rPr lang="en-VN" dirty="0"/>
              <a:t>Not use common technique from paper : Conv + BatchNorm + Relu</a:t>
            </a:r>
          </a:p>
          <a:p>
            <a:r>
              <a:rPr lang="en-VN" dirty="0"/>
              <a:t>Model not deep enough</a:t>
            </a:r>
          </a:p>
        </p:txBody>
      </p:sp>
    </p:spTree>
    <p:extLst>
      <p:ext uri="{BB962C8B-B14F-4D97-AF65-F5344CB8AC3E}">
        <p14:creationId xmlns:p14="http://schemas.microsoft.com/office/powerpoint/2010/main" val="25704600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F5ADDF-921A-48AF-2FF3-B4F4376789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 dirty="0"/>
              <a:t>Model building</a:t>
            </a:r>
          </a:p>
        </p:txBody>
      </p:sp>
      <p:pic>
        <p:nvPicPr>
          <p:cNvPr id="6" name="Picture 5" descr="A screen shot of a computer program&#10;&#10;Description automatically generated">
            <a:extLst>
              <a:ext uri="{FF2B5EF4-FFF2-40B4-BE49-F238E27FC236}">
                <a16:creationId xmlns:a16="http://schemas.microsoft.com/office/drawing/2014/main" id="{4C5DBB41-071D-A3AF-AF9F-9542653DDB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2379" y="0"/>
            <a:ext cx="7772400" cy="539126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DA889CD-6ECD-83BB-48A5-291FEA3D9359}"/>
              </a:ext>
            </a:extLst>
          </p:cNvPr>
          <p:cNvSpPr txBox="1"/>
          <p:nvPr/>
        </p:nvSpPr>
        <p:spPr>
          <a:xfrm>
            <a:off x="3452379" y="5540354"/>
            <a:ext cx="44981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dirty="0"/>
              <a:t>Train acc 99.75%, Test acc 99.96%</a:t>
            </a:r>
          </a:p>
        </p:txBody>
      </p:sp>
    </p:spTree>
    <p:extLst>
      <p:ext uri="{BB962C8B-B14F-4D97-AF65-F5344CB8AC3E}">
        <p14:creationId xmlns:p14="http://schemas.microsoft.com/office/powerpoint/2010/main" val="4131795515"/>
      </p:ext>
    </p:extLst>
  </p:cSld>
  <p:clrMapOvr>
    <a:masterClrMapping/>
  </p:clrMapOvr>
</p:sld>
</file>

<file path=ppt/theme/theme1.xml><?xml version="1.0" encoding="utf-8"?>
<a:theme xmlns:a="http://schemas.openxmlformats.org/drawingml/2006/main" name="Frame">
  <a:themeElements>
    <a:clrScheme name="Frame">
      <a:dk1>
        <a:srgbClr val="000000"/>
      </a:dk1>
      <a:lt1>
        <a:srgbClr val="FFFFFF"/>
      </a:lt1>
      <a:dk2>
        <a:srgbClr val="545454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Frame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Fram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629A0216-3BBD-45C0-B63F-2683BEA18F6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Frame</Template>
  <TotalTime>0</TotalTime>
  <Words>122</Words>
  <Application>Microsoft Macintosh PowerPoint</Application>
  <PresentationFormat>Widescreen</PresentationFormat>
  <Paragraphs>26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Corbel</vt:lpstr>
      <vt:lpstr>Wingdings 2</vt:lpstr>
      <vt:lpstr>Frame</vt:lpstr>
      <vt:lpstr>EDA 1 : Class balance</vt:lpstr>
      <vt:lpstr>EDA 2: Color of each class</vt:lpstr>
      <vt:lpstr>EDA 3: Insight: no different in position, but 'intensity' must be analysis more</vt:lpstr>
      <vt:lpstr>EDA 4: Different distribution for "brightness intensity" between train/test</vt:lpstr>
      <vt:lpstr>Model building</vt:lpstr>
      <vt:lpstr>Model building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EDA 1 : Class balance</dc:title>
  <dc:creator>Nguyen Thanh Phuc(PhucNT)</dc:creator>
  <cp:lastModifiedBy>Nguyen Thanh Phuc(PhucNT)</cp:lastModifiedBy>
  <cp:revision>2</cp:revision>
  <dcterms:created xsi:type="dcterms:W3CDTF">2024-04-17T01:04:23Z</dcterms:created>
  <dcterms:modified xsi:type="dcterms:W3CDTF">2024-04-29T03:40:05Z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550b433-701f-4307-b53a-1ac34aad3d23_Enabled">
    <vt:lpwstr>true</vt:lpwstr>
  </property>
  <property fmtid="{D5CDD505-2E9C-101B-9397-08002B2CF9AE}" pid="3" name="MSIP_Label_c550b433-701f-4307-b53a-1ac34aad3d23_SetDate">
    <vt:lpwstr>2024-04-29T03:39:57Z</vt:lpwstr>
  </property>
  <property fmtid="{D5CDD505-2E9C-101B-9397-08002B2CF9AE}" pid="4" name="MSIP_Label_c550b433-701f-4307-b53a-1ac34aad3d23_Method">
    <vt:lpwstr>Privileged</vt:lpwstr>
  </property>
  <property fmtid="{D5CDD505-2E9C-101B-9397-08002B2CF9AE}" pid="5" name="MSIP_Label_c550b433-701f-4307-b53a-1ac34aad3d23_Name">
    <vt:lpwstr>c550b433-701f-4307-b53a-1ac34aad3d23</vt:lpwstr>
  </property>
  <property fmtid="{D5CDD505-2E9C-101B-9397-08002B2CF9AE}" pid="6" name="MSIP_Label_c550b433-701f-4307-b53a-1ac34aad3d23_SiteId">
    <vt:lpwstr>76529cbb-482f-4415-b366-251e1c034e34</vt:lpwstr>
  </property>
  <property fmtid="{D5CDD505-2E9C-101B-9397-08002B2CF9AE}" pid="7" name="MSIP_Label_c550b433-701f-4307-b53a-1ac34aad3d23_ActionId">
    <vt:lpwstr>97fe2e94-14a6-45c0-996f-de8f709d3932</vt:lpwstr>
  </property>
  <property fmtid="{D5CDD505-2E9C-101B-9397-08002B2CF9AE}" pid="8" name="MSIP_Label_c550b433-701f-4307-b53a-1ac34aad3d23_ContentBits">
    <vt:lpwstr>0</vt:lpwstr>
  </property>
</Properties>
</file>